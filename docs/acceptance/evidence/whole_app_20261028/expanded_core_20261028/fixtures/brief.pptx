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orders.xlsx Orders rows 2-3.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briefing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ORD-1001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Confirm stock before dispatch.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