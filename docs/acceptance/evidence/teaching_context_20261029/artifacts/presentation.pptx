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155680" cy="822960"/>
          </a:xfrm>
        </p:spPr>
        <p:txBody>
          <a:bodyPr wrap="square"/>
          <a:lstStyle/>
          <a:p>
            <a:r>
              <a:rPr sz="2800" b="1">
                <a:latin typeface="Arial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Arial"/>
              </a:rPr>
              <a:t>-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155680" cy="822960"/>
          </a:xfrm>
        </p:spPr>
        <p:txBody>
          <a:bodyPr wrap="square"/>
          <a:lstStyle/>
          <a:p>
            <a:r>
              <a:rPr sz="2800" b="1">
                <a:latin typeface="Arial"/>
              </a:rPr>
              <a:t>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Arial"/>
              </a:rPr>
              <a:t>- finding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155680" cy="822960"/>
          </a:xfrm>
        </p:spPr>
        <p:txBody>
          <a:bodyPr wrap="square"/>
          <a:lstStyle/>
          <a:p>
            <a:r>
              <a:rPr sz="2800" b="1">
                <a:latin typeface="Arial"/>
              </a:rP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1556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Arial"/>
              </a:rPr>
              <a:t>-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Pricing Deck</dc:title>
  <dc:subject>Generated by Atom</dc:subject>
  <dc:creator>Atom</dc:creator>
  <cp:keywords/>
  <dc:description>Grounded artifact; sources: none recorded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