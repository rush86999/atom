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- Build an editable grant summary presentation 2026-10-31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/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- sum of Approved Award: 4250.00 USD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/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- grant_applications_revised.csv / grant_applications_revised</a:t>
            </a:r>
          </a:p>
          <a:p>
            <a:r>
              <a:rPr sz="1600"/>
              <a:t>  - row 2 | sheet_row | 2 | 1100.00 | USD | C2</a:t>
            </a:r>
          </a:p>
          <a:p>
            <a:r>
              <a:rPr sz="1600"/>
              <a:t>  - row 3 | sheet_row | 3 | 2400.00 | USD | C3</a:t>
            </a:r>
          </a:p>
          <a:p>
            <a:r>
              <a:rPr sz="1600"/>
              <a:t>  - row 4 | sheet_row | 4 | 750.00 | USD | C4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/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- upload_grant_applications_revised__grant_applications_revised</a:t>
            </a:r>
          </a:p>
          <a:p>
            <a:r>
              <a:rPr sz="1600"/>
              <a:t>- grant_applications_revised.csv</a:t>
            </a:r>
          </a:p>
          <a:p>
            <a:r>
              <a:rPr sz="1600"/>
              <a:t>- grant_applications_revised</a:t>
            </a:r>
          </a:p>
          <a:p>
            <a:r>
              <a:rPr sz="1600"/>
              <a:t>- 119f79df-92d7-47b9-867b-31c7c18120db</a:t>
            </a:r>
          </a:p>
          <a:p>
            <a:r>
              <a:rPr sz="1600"/>
              <a:t>- grant_applications_revised.csv / grant_applications_revised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an editable grant summary presentation 2026-10-31</dc:title>
  <dc:subject>Generated by Atom</dc:subject>
  <dc:creator>Atom</dc:creator>
  <cp:keywords/>
  <dc:description>Grounded artifact; sources: none recorded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