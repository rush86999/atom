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Georgia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Georgia"/>
              </a:rPr>
              <a:t>- Count the records in the scotch parts price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Georgia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Georgia"/>
              </a:rPr>
              <a:t>- count of rows: 3.00 USD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Georgia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Georgia"/>
              </a:rPr>
              <a:t>- SC-1 | identity_column | 2 | 1 | USD |</a:t>
            </a:r>
          </a:p>
          <a:p>
            <a:r>
              <a:rPr sz="1800">
                <a:latin typeface="Georgia"/>
              </a:rPr>
              <a:t>- SC-2 | identity_column | 3 | 1 | USD |</a:t>
            </a:r>
          </a:p>
          <a:p>
            <a:r>
              <a:rPr sz="1800">
                <a:latin typeface="Georgia"/>
              </a:rPr>
              <a:t>- SC-3 | identity_column | 4 | 1 | USD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Georg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Georgia"/>
              </a:rPr>
              <a:t>- scotch_parts_price_list</a:t>
            </a:r>
          </a:p>
          <a:p>
            <a:r>
              <a:rPr sz="1800">
                <a:latin typeface="Georgia"/>
              </a:rPr>
              <a:t>- scotch-parts.xlsx</a:t>
            </a:r>
          </a:p>
          <a:p>
            <a:r>
              <a:rPr sz="1800">
                <a:latin typeface="Georgia"/>
              </a:rPr>
              <a:t>- US$ SCOTCH PARTS</a:t>
            </a:r>
          </a:p>
          <a:p>
            <a:r>
              <a:rPr sz="1800">
                <a:latin typeface="Georgia"/>
              </a:rPr>
              <a:t>- acceptance-scotch-entry</a:t>
            </a:r>
          </a:p>
          <a:p>
            <a:r>
              <a:rPr sz="1800">
                <a:latin typeface="Georgia"/>
              </a:rPr>
              <a:t>- scotch-parts.xlsx / US$ SCOTCH PARTS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 the records in the scotch parts price list</dc:title>
  <dc:subject>Generated by Atom</dc:subject>
  <dc:creator>Atom</dc:creator>
  <cp:keywords/>
  <dc:description>Grounded artifact; sources: none recorded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